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53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93A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dMRV DATA VALIDATION PoC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7680960" y="64465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A7B2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rule authoring • deterministic execution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dMRV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2286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2EB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Data Validation PoC for pre-VVB data quality checks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2880360"/>
            <a:ext cx="2852928" cy="292608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88950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7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GOAL: VERIFICATION READINESS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713232" y="3456432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400" b="0">
                <a:solidFill>
                  <a:srgbClr val="FFFFFF"/>
                </a:solidFill>
                <a:latin typeface="Aptos"/>
              </a:rPr>
              <a:t>A Validation Agent authors executable rules; a Capability Extension Agent handles unsupported capabilities; a deterministic engine validates the filtered dataset.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91440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82A36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903720" y="914400"/>
            <a:ext cx="64008" cy="960120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104888" y="107899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Write a validation rule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4888" y="1481328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F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“Planting date must be within the season.”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03720" y="205740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82A36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903720" y="2057400"/>
            <a:ext cx="64008" cy="9601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104888" y="222199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FFFFFF"/>
                </a:solidFill>
                <a:latin typeface="Aptos"/>
              </a:rPr>
              <a:t>2  Validation Agent composes operators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04888" y="2624328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CFDCD6"/>
                </a:solidFill>
                <a:latin typeface="Aptos"/>
              </a:rPr>
              <a:t>Normal rule path uses approved operators only.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320040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82A36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903720" y="3200400"/>
            <a:ext cx="64008" cy="96012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04888" y="336499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Engine runs locally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4888" y="3767328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F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+ DuckDB/Python/GeoPandas.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03720" y="434340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82A36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903720" y="4343400"/>
            <a:ext cx="64008" cy="960120"/>
          </a:xfrm>
          <a:prstGeom prst="rect">
            <a:avLst/>
          </a:prstGeom>
          <a:solidFill>
            <a:srgbClr val="C34A50"/>
          </a:solidFill>
          <a:ln w="12700">
            <a:solidFill>
              <a:srgbClr val="C34A5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04888" y="4507992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F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Review field-season findings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04888" y="4910328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F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• FAIL • REVIEW • N/A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59161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7C9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validation data stays inside the validation environment.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build this?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challenge is not data collection — it is making the collected evidence consistent, explainable, and verification-ready.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64008" cy="1828800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9536" y="1581912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1984248"/>
            <a:ext cx="3026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 diaries, geotagged photos, RiceID, contracts, field geometry, season definitions, and reference datasets must agree.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90288" y="1581912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evolve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0288" y="1984248"/>
            <a:ext cx="3026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requirements change by methodology, project, season, or VVB feedback. Hard-coding every change creates engineering bottlenecks.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9872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119872" y="1417320"/>
            <a:ext cx="64008" cy="182880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581912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 does not 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1984248"/>
            <a:ext cx="30266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Thousands of field-season records make manual cross-checking slow and error-prone before verification.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34440" y="3886200"/>
            <a:ext cx="9738360" cy="1143000"/>
          </a:xfrm>
          <a:prstGeom prst="roundRect">
            <a:avLst/>
          </a:prstGeom>
          <a:solidFill>
            <a:srgbClr val="E8F5EF"/>
          </a:solidFill>
          <a:ln w="15240">
            <a:solidFill>
              <a:srgbClr val="C6E8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536192" y="40965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objective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399592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flexible validation layer that checks every lot/field + season before VVB submission — while allowing new rules to be defined without a normal engineering deployment cycle.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03120" y="5504688"/>
            <a:ext cx="2011680" cy="292608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176272" y="55138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7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readiness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10912" y="5504688"/>
            <a:ext cx="1554480" cy="292608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84064" y="551383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flexibility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507224" y="5504688"/>
            <a:ext cx="1325880" cy="292608"/>
          </a:xfrm>
          <a:prstGeom prst="round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580376" y="5513832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A06F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AI use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>
                <a:solidFill>
                  <a:srgbClr val="13232F"/>
                </a:solidFill>
                <a:latin typeface="Aptos Display"/>
              </a:rPr>
              <a:t>Two bounded agentic roles, deterministic execution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>
                <a:solidFill>
                  <a:srgbClr val="677B73"/>
                </a:solidFill>
                <a:latin typeface="Aptos"/>
              </a:rPr>
              <a:t>The Validation Agent composes rules. When a capability is missing, the Capability Extension Agent helps developers extend the operator library. Field-level validation remains deterministic.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3246120" cy="14173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719072"/>
            <a:ext cx="347472" cy="347472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intent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writes a rule in plain English.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71416" y="1572768"/>
            <a:ext cx="3246120" cy="141732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636008" y="1719072"/>
            <a:ext cx="347472" cy="347472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36008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36008" y="213969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3232F"/>
                </a:solidFill>
                <a:latin typeface="Aptos"/>
              </a:rPr>
              <a:t>Validation Agent authors the rule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2487168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250" b="0">
                <a:solidFill>
                  <a:srgbClr val="677B73"/>
                </a:solidFill>
                <a:latin typeface="Aptos"/>
              </a:rPr>
              <a:t>Interprets intent, maps data fields, selects and composes approved operators.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193024" y="1572768"/>
            <a:ext cx="3246120" cy="1417320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357616" y="1719072"/>
            <a:ext cx="347472" cy="347472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57616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57616" y="2139696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executes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57616" y="2487168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the structured rule across the filtered dataset.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032504" y="2276856"/>
            <a:ext cx="338328" cy="0"/>
          </a:xfrm>
          <a:prstGeom prst="line">
            <a:avLst/>
          </a:prstGeom>
          <a:noFill/>
          <a:ln w="22860">
            <a:solidFill>
              <a:srgbClr val="4D7CFE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754112" y="2276856"/>
            <a:ext cx="338328" cy="0"/>
          </a:xfrm>
          <a:prstGeom prst="line">
            <a:avLst/>
          </a:prstGeom>
          <a:noFill/>
          <a:ln w="22860">
            <a:solidFill>
              <a:srgbClr val="22A06B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901952" y="3822192"/>
            <a:ext cx="84124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19456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12848" y="4498848"/>
            <a:ext cx="164592" cy="164592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217420" y="4471416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68880" y="44622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Deterministic, reproducible validation results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669280" y="4498848"/>
            <a:ext cx="164592" cy="164592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673852" y="4471416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25312" y="4462272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rules that can be versioned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2212848" y="4828032"/>
            <a:ext cx="164592" cy="164592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217420" y="4800600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468880" y="479145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agent call per field-season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669280" y="4828032"/>
            <a:ext cx="164592" cy="164592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673852" y="4800600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25312" y="479145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batch execution at scale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1965960" y="5687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116B49"/>
                </a:solidFill>
                <a:latin typeface="Aptos"/>
              </a:rPr>
              <a:t>Agentic where flexibility is valuable. Deterministic where auditability matters.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Filtered validation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PoC, the system reads purpose-built CSV exports containing only validation-relevant information.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64008" cy="3611880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50976" y="15819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 CSV inputs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1984248"/>
            <a:ext cx="270662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lots / fields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field diary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photo metadata + category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contract status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RiceID result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LIPA membership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geometry / area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season definition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44568" y="1417320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44568" y="1417320"/>
            <a:ext cx="64008" cy="361188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45736" y="15819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validation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45736" y="1984248"/>
            <a:ext cx="270662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 loads the CSVs.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applies rule operators.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GeoPandas / Shapely handle geometry.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values can be cached for repeated validation runs.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39328" y="1417320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339328" y="1417320"/>
            <a:ext cx="64008" cy="3611880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540496" y="15819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Agent sees metadata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0496" y="1984248"/>
            <a:ext cx="2706624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schema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semantic descriptions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relationships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category mappings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operator catalog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user-written rule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Validation Agent does not receive record-level CSV rows.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13632" y="3063240"/>
            <a:ext cx="530352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17536" y="3063240"/>
            <a:ext cx="530352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057400" y="5431536"/>
            <a:ext cx="8092440" cy="566928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057400" y="5431536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validation unit:  LOT / FIELD  +  SEASON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C1–C11 rule pack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eleven checks already cover most of the operator families needed for a reusable validation language.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64008" cy="1417320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9536" y="151790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1920240"/>
            <a:ext cx="3163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  Planting after straw management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  Planting within season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C6  Photo dates within season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353312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15968" y="1353312"/>
            <a:ext cx="64008" cy="14173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17136" y="151790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 sequence / conditional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7136" y="1920240"/>
            <a:ext cx="3163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  First photo = Installation or Non-rice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  Non-rice should not have other photos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73568" y="1353312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4DC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973568" y="1353312"/>
            <a:ext cx="64008" cy="141732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174736" y="151790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Cross-source consistency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74736" y="1920240"/>
            <a:ext cx="31638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  Diary crop ↔ photo categories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C7  Diary crop ↔ RiceID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72768" y="3236976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72768" y="3236976"/>
            <a:ext cx="64008" cy="1417320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773936" y="340156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 + spatial / numeric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73936" y="3803904"/>
            <a:ext cx="3758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C8  Lot has GeoJSON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C9  Declared area ↔ GeoJSON area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3236976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446520" y="3236976"/>
            <a:ext cx="64008" cy="14173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47688" y="340156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+ membership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47688" y="3803904"/>
            <a:ext cx="37581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C10  Farmer has signed contract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C11  Lot is in LIPA 2025 DS26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0200" y="52120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implication: implement reusable primitives first — not eleven one-off functions.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rule authoring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rule should move from plain language to an executable check without a normal code deployment.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828800" cy="288036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58952" y="16642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8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58952" y="20848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2615184"/>
            <a:ext cx="1499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describes the validation requirement.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2459736" y="2871216"/>
            <a:ext cx="402336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898648" y="1481328"/>
            <a:ext cx="1828800" cy="288036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063240" y="16642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8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63240" y="20848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+ COMPOSE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3240" y="2615184"/>
            <a:ext cx="1499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Agent maps fields and composes supported operators.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4764024" y="2871216"/>
            <a:ext cx="402336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202936" y="1481328"/>
            <a:ext cx="1828800" cy="2880360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367528" y="16642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8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67528" y="20848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67528" y="2615184"/>
            <a:ext cx="1499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shows logic, inputs, thresholds, and missing-data behavior.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068312" y="2871216"/>
            <a:ext cx="402336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507224" y="1481328"/>
            <a:ext cx="1828800" cy="2880360"/>
          </a:xfrm>
          <a:prstGeom prst="roundRect">
            <a:avLst/>
          </a:prstGeom>
          <a:solidFill>
            <a:srgbClr val="FFF4DC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671816" y="16642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8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71816" y="20848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71816" y="2615184"/>
            <a:ext cx="1499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sample or full data and inspect PASS / FAIL / REVIEW.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9372600" y="2871216"/>
            <a:ext cx="402336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811512" y="1481328"/>
            <a:ext cx="1828800" cy="288036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976104" y="16642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8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976104" y="2084832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76104" y="2615184"/>
            <a:ext cx="1499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rule is saved and becomes part of future validation runs.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1234440" y="4956048"/>
            <a:ext cx="9738360" cy="621792"/>
          </a:xfrm>
          <a:prstGeom prst="roundRect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463040" y="4956048"/>
            <a:ext cx="9281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new rules require no code deployment: the Validation Agent composes existing operators into a structured rule.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operator library is the reusable foundation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Validation Agent can create many new rules by composing a small set of trusted primitives.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4672" y="1417320"/>
            <a:ext cx="5047488" cy="969264"/>
          </a:xfrm>
          <a:prstGeom prst="roundRect">
            <a:avLst>
              <a:gd name="adj" fmla="val 7547"/>
            </a:avLst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1417320"/>
            <a:ext cx="64008" cy="969264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5819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8424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• after • between • days_between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36792" y="1417320"/>
            <a:ext cx="5047488" cy="969264"/>
          </a:xfrm>
          <a:prstGeom prst="roundRect">
            <a:avLst>
              <a:gd name="adj" fmla="val 7547"/>
            </a:avLst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336792" y="1417320"/>
            <a:ext cx="64008" cy="969264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37960" y="15819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1984248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equals • in • mapped_equals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2724912"/>
            <a:ext cx="5047488" cy="969264"/>
          </a:xfrm>
          <a:prstGeom prst="roundRect">
            <a:avLst>
              <a:gd name="adj" fmla="val 7547"/>
            </a:avLst>
          </a:prstGeom>
          <a:solidFill>
            <a:srgbClr val="FFF4DC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" y="2724912"/>
            <a:ext cx="64008" cy="969264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05840" y="28895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29184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• last • count • filter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36792" y="2724912"/>
            <a:ext cx="5047488" cy="969264"/>
          </a:xfrm>
          <a:prstGeom prst="roundRect">
            <a:avLst>
              <a:gd name="adj" fmla="val 7547"/>
            </a:avLst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36792" y="2724912"/>
            <a:ext cx="64008" cy="969264"/>
          </a:xfrm>
          <a:prstGeom prst="rect">
            <a:avLst/>
          </a:prstGeom>
          <a:solidFill>
            <a:srgbClr val="13232F"/>
          </a:solidFill>
          <a:ln w="12700">
            <a:solidFill>
              <a:srgbClr val="13232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37960" y="28895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• AND • OR • NOT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" y="4032504"/>
            <a:ext cx="5047488" cy="969264"/>
          </a:xfrm>
          <a:prstGeom prst="roundRect">
            <a:avLst>
              <a:gd name="adj" fmla="val 7547"/>
            </a:avLst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04672" y="4032504"/>
            <a:ext cx="64008" cy="969264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05840" y="41970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/ numeric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599432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geometry_area • within • distance • % difference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36792" y="4032504"/>
            <a:ext cx="5047488" cy="969264"/>
          </a:xfrm>
          <a:prstGeom prst="roundRect">
            <a:avLst>
              <a:gd name="adj" fmla="val 7547"/>
            </a:avLst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336792" y="4032504"/>
            <a:ext cx="64008" cy="969264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37960" y="41970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/ document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4599432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exists • related_record_exists • signed • membership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325880" y="5440680"/>
            <a:ext cx="9555480" cy="566928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C6E8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554480" y="5440680"/>
            <a:ext cx="9098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new operator can unlock many future rules — so capability grows faster than code size.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a new rule is too complex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>
                <a:solidFill>
                  <a:srgbClr val="677B73"/>
                </a:solidFill>
                <a:latin typeface="Aptos"/>
              </a:rPr>
              <a:t>Unsupported rules trigger a second bounded agentic workflow: propose the missing capability, generate a reviewed implementation draft, then register it only after developer approval.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3063240" cy="1664208"/>
          </a:xfrm>
          <a:prstGeom prst="roundRect">
            <a:avLst>
              <a:gd name="adj" fmla="val 4396"/>
            </a:avLst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64008" cy="1664208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86968" y="17373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New requirement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139696"/>
            <a:ext cx="26609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“Photo should visually show a crop stage consistent with the planting date.”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572768"/>
            <a:ext cx="3063240" cy="1664208"/>
          </a:xfrm>
          <a:prstGeom prst="roundRect">
            <a:avLst>
              <a:gd name="adj" fmla="val 4396"/>
            </a:avLst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26280" y="1572768"/>
            <a:ext cx="64008" cy="166420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27448" y="17373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3232F"/>
                </a:solidFill>
                <a:latin typeface="Aptos"/>
              </a:rPr>
              <a:t>2  Validation Agent detects the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2139696"/>
            <a:ext cx="26609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250" b="0">
                <a:solidFill>
                  <a:srgbClr val="677B73"/>
                </a:solidFill>
                <a:latin typeface="Aptos"/>
              </a:rPr>
              <a:t>The rule is understood, but the current operator library cannot express one required capability.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66760" y="1572768"/>
            <a:ext cx="3063240" cy="1664208"/>
          </a:xfrm>
          <a:prstGeom prst="roundRect">
            <a:avLst>
              <a:gd name="adj" fmla="val 4396"/>
            </a:avLst>
          </a:prstGeom>
          <a:solidFill>
            <a:srgbClr val="FFF4DC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366760" y="1572768"/>
            <a:ext cx="64008" cy="1664208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567928" y="173736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3232F"/>
                </a:solidFill>
                <a:latin typeface="Aptos"/>
              </a:rPr>
              <a:t>3  Capability Extension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67928" y="2139696"/>
            <a:ext cx="26609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250" b="0">
                <a:solidFill>
                  <a:srgbClr val="677B73"/>
                </a:solidFill>
                <a:latin typeface="Aptos"/>
              </a:rPr>
              <a:t>Produces a gap specification:
• missing operator
• typed contract
• edge cases
• proposed tests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03904" y="2404872"/>
            <a:ext cx="603504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644384" y="2404872"/>
            <a:ext cx="603504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170432" y="3977640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70432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82496" y="391363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13232F"/>
                </a:solidFill>
                <a:latin typeface="Aptos"/>
              </a:rPr>
              <a:t>Specify missing capability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227832" y="4169664"/>
            <a:ext cx="374904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767328" y="3977640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76732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79392" y="391363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13232F"/>
                </a:solidFill>
                <a:latin typeface="Aptos"/>
              </a:rPr>
              <a:t>Generate code + test draft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824728" y="4169664"/>
            <a:ext cx="365760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355080" y="3977640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3550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67144" y="391363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13232F"/>
                </a:solidFill>
                <a:latin typeface="Aptos"/>
              </a:rPr>
              <a:t>Developer review + approve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412480" y="4169664"/>
            <a:ext cx="365760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942832" y="3977640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942832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54896" y="391363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13232F"/>
                </a:solidFill>
                <a:latin typeface="Aptos"/>
              </a:rPr>
              <a:t>Register + retry rule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1463040" y="5230368"/>
            <a:ext cx="9281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00" b="1">
                <a:solidFill>
                  <a:srgbClr val="116B49"/>
                </a:solidFill>
                <a:latin typeface="Aptos"/>
              </a:rPr>
              <a:t>Generated code never enters the active operator registry without developer approval.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3891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3232F"/>
                </a:solidFill>
                <a:latin typeface="Aptos Display"/>
              </a:rPr>
              <a:t>Three challenge rules for capability-gap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77B73"/>
                </a:solidFill>
                <a:latin typeface="Aptos"/>
              </a:rPr>
              <a:t>Keep these intentionally unsupported by the initial operator library. They are used later to prove that the system can detect, extend, and close capability gaps.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3429000" cy="2788920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627632"/>
            <a:ext cx="73152" cy="2788920"/>
          </a:xfrm>
          <a:prstGeom prst="rect">
            <a:avLst/>
          </a:prstGeom>
          <a:solidFill>
            <a:srgbClr val="4D7CFE"/>
          </a:solidFill>
          <a:ln>
            <a:solidFill>
              <a:srgbClr val="4D7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8288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32F"/>
                </a:solidFill>
                <a:latin typeface="Aptos"/>
              </a:rPr>
              <a:t>1  Visual crop-stage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306324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77B73"/>
                </a:solidFill>
                <a:latin typeface="Aptos"/>
              </a:rPr>
              <a:t>Rule to enter:
“A planting photo should visually show a field condition consistent with planting or early crop establishment.”
Why it should fail initially:
Metadata operators cannot interpret image content.
Expected missing capability:
classify_field_stage(photo)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92224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D7CFE"/>
                </a:solidFill>
                <a:latin typeface="Aptos"/>
              </a:rPr>
              <a:t>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27632"/>
            <a:ext cx="3429000" cy="2788920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9976" y="1627632"/>
            <a:ext cx="73152" cy="2788920"/>
          </a:xfrm>
          <a:prstGeom prst="rect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1144" y="18288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32F"/>
                </a:solidFill>
                <a:latin typeface="Aptos"/>
              </a:rPr>
              <a:t>2  Representative photo 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286000"/>
            <a:ext cx="306324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77B73"/>
                </a:solidFill>
                <a:latin typeface="Aptos"/>
              </a:rPr>
              <a:t>Rule to enter:
“A geotagged photo must be inside the field and reasonably representative, not captured too close to the field boundary.”
Why it should fail initially:
within_polygon() is not enough.
Expected missing capability:
distance_to_boundary()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5" y="1792224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22A06B"/>
                </a:solidFill>
                <a:latin typeface="Aptos"/>
              </a:rPr>
              <a:t>SPATIAL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627632"/>
            <a:ext cx="3429000" cy="2788920"/>
          </a:xfrm>
          <a:prstGeom prst="roundRect">
            <a:avLst/>
          </a:prstGeom>
          <a:solidFill>
            <a:srgbClr val="FFF4DC"/>
          </a:solidFill>
          <a:ln w="12700"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4152" y="1627632"/>
            <a:ext cx="73152" cy="2788920"/>
          </a:xfrm>
          <a:prstGeom prst="rect">
            <a:avLst/>
          </a:prstGeom>
          <a:solidFill>
            <a:srgbClr val="D99A2B"/>
          </a:solidFill>
          <a:ln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82880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3232F"/>
                </a:solidFill>
                <a:latin typeface="Aptos"/>
              </a:rPr>
              <a:t>3  Plausible crop-stage progression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306324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77B73"/>
                </a:solidFill>
                <a:latin typeface="Aptos"/>
              </a:rPr>
              <a:t>Rule to enter:
“Crop observations must follow a plausible seasonal progression and must not move backwards, e.g. Harvest → Vegetative.”
Why it should fail initially:
Sequence operators do not understand ordered crop stages.
Expected missing capability:
validate_stage_progression()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5872" y="1792224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D99A2B"/>
                </a:solidFill>
                <a:latin typeface="Aptos"/>
              </a:rPr>
              <a:t>SEMANTIC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800600"/>
            <a:ext cx="10515600" cy="1051560"/>
          </a:xfrm>
          <a:prstGeom prst="roundRect">
            <a:avLst/>
          </a:prstGeom>
          <a:solidFill>
            <a:srgbClr val="F7F9F8"/>
          </a:solidFill>
          <a:ln>
            <a:solidFill>
              <a:srgbClr val="D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9848" y="501091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6B49"/>
                </a:solidFill>
                <a:latin typeface="Aptos"/>
              </a:rPr>
              <a:t>Capability-gap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928616"/>
            <a:ext cx="8046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3232F"/>
                </a:solidFill>
                <a:latin typeface="Aptos"/>
              </a:rPr>
              <a:t>Enter rule → expect UNSUPPORTED_CAPABILITY → generate operator/test draft → developer reviews → register operator → retry the exact same rule → expect COMPILED.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 PoC experience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should feel like a verification-readiness control center — not a generic chatbot.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1874520" cy="4526280"/>
          </a:xfrm>
          <a:prstGeom prst="roundRect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dMRV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0392" y="2258568"/>
            <a:ext cx="1481328" cy="384048"/>
          </a:xfrm>
          <a:prstGeom prst="roundRect">
            <a:avLst/>
          </a:prstGeom>
          <a:solidFill>
            <a:srgbClr val="1A2B38"/>
          </a:solidFill>
          <a:ln w="12700">
            <a:solidFill>
              <a:srgbClr val="1A2B3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87552" y="22768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850392" y="2788920"/>
            <a:ext cx="1481328" cy="384048"/>
          </a:xfrm>
          <a:prstGeom prst="roundRect">
            <a:avLst/>
          </a:prstGeom>
          <a:solidFill>
            <a:srgbClr val="1A2B38"/>
          </a:solidFill>
          <a:ln w="12700">
            <a:solidFill>
              <a:srgbClr val="1A2B3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87552" y="2807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850392" y="3319272"/>
            <a:ext cx="1481328" cy="384048"/>
          </a:xfrm>
          <a:prstGeom prst="roundRect">
            <a:avLst/>
          </a:prstGeom>
          <a:solidFill>
            <a:srgbClr val="1F8E63"/>
          </a:solidFill>
          <a:ln w="12700">
            <a:solidFill>
              <a:srgbClr val="1F8E63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87552" y="3337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50392" y="3849624"/>
            <a:ext cx="1481328" cy="384048"/>
          </a:xfrm>
          <a:prstGeom prst="roundRect">
            <a:avLst/>
          </a:prstGeom>
          <a:solidFill>
            <a:srgbClr val="1A2B38"/>
          </a:solidFill>
          <a:ln w="12700">
            <a:solidFill>
              <a:srgbClr val="1A2B3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87552" y="38679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Review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788920" y="1353312"/>
            <a:ext cx="8732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108960" y="1664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Validation Rule Builder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08960" y="2157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validation requirement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0" y="2487168"/>
            <a:ext cx="5623560" cy="749808"/>
          </a:xfrm>
          <a:prstGeom prst="roundRect">
            <a:avLst/>
          </a:prstGeom>
          <a:solidFill>
            <a:srgbClr val="F8FAF9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310128" y="2615184"/>
            <a:ext cx="5239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 declared area should not differ by more than 10% from the GeoJSON area.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33688" y="2487168"/>
            <a:ext cx="2057400" cy="749808"/>
          </a:xfrm>
          <a:prstGeom prst="round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933688" y="2487168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Agent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0896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D8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plan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4014216"/>
            <a:ext cx="1463040" cy="292608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182112" y="4023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D7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geometry_area()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773168" y="4014216"/>
            <a:ext cx="1691640" cy="292608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E8F5EF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7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difference ≤ 10%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665976" y="4014216"/>
            <a:ext cx="1508760" cy="292608"/>
          </a:xfrm>
          <a:prstGeom prst="roundRect">
            <a:avLst/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739128" y="402336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9B68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→ REVIEW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796528" y="4754880"/>
            <a:ext cx="1051560" cy="530352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796528" y="47548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985248" y="4754880"/>
            <a:ext cx="1051560" cy="530352"/>
          </a:xfrm>
          <a:prstGeom prst="round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985248" y="47548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Rule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08960" y="54681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pages are enough for v1: Dashboard • Data • Rules • Field Review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 technical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 b="0">
                <a:solidFill>
                  <a:srgbClr val="677B73"/>
                </a:solidFill>
                <a:latin typeface="Aptos"/>
              </a:rPr>
              <a:t>Two bounded agentic roles can use the same LLM runtime. No MCP or multi-agent framework is required for the PoC.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64008" cy="1325880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• Data • Rules • Field Review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01568" y="1417320"/>
            <a:ext cx="64008" cy="1325880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02736" y="158191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3232F"/>
                </a:solidFill>
                <a:latin typeface="Aptos"/>
              </a:rPr>
              <a:t>Rule Authoring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02736" y="1984248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250" b="0">
                <a:solidFill>
                  <a:srgbClr val="677B73"/>
                </a:solidFill>
                <a:latin typeface="Aptos"/>
              </a:rPr>
              <a:t>Schema + semantics + operator catalog → operator plan → structured rule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089904" y="1417320"/>
            <a:ext cx="64008" cy="132588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91072" y="158191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registry / DSL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1984248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models • operator metadata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778240" y="1417320"/>
            <a:ext cx="64008" cy="132588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979408" y="158191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79408" y="1984248"/>
            <a:ext cx="1929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execution + result persistence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72384" y="2084832"/>
            <a:ext cx="237744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760720" y="2084832"/>
            <a:ext cx="237744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449056" y="2084832"/>
            <a:ext cx="237744" cy="0"/>
          </a:xfrm>
          <a:prstGeom prst="line">
            <a:avLst/>
          </a:prstGeom>
          <a:noFill/>
          <a:ln w="22860">
            <a:solidFill>
              <a:srgbClr val="7D8C84"/>
            </a:solidFill>
            <a:prstDash val="solid"/>
            <a:headEnd type="none"/>
            <a:tailEnd type="triangle"/>
          </a:ln>
        </p:spPr>
        <p:txBody>
          <a:bodyPr wrap="square"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96112" y="3429000"/>
            <a:ext cx="104241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15568" y="3639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D8C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31720" y="3703320"/>
            <a:ext cx="1417320" cy="841248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423160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41148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joins + queries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4160520" y="3703320"/>
            <a:ext cx="1417320" cy="841248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251960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51960" y="41148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evaluation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5989320" y="3703320"/>
            <a:ext cx="1417320" cy="841248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080760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GeoPandas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41148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checks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7818120" y="3703320"/>
            <a:ext cx="1417320" cy="841248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909560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DuckDB 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09560" y="41148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run history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9646920" y="3703320"/>
            <a:ext cx="1417320" cy="841248"/>
          </a:xfrm>
          <a:prstGeom prst="roundRect">
            <a:avLst/>
          </a:prstGeom>
          <a:solidFill>
            <a:srgbClr val="F1F5F3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9738360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38360" y="41148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+ rule tests</a:t>
            </a:r>
            <a:endParaRPr lang="en-US" sz="730" dirty="0"/>
          </a:p>
        </p:txBody>
      </p:sp>
      <p:sp>
        <p:nvSpPr>
          <p:cNvPr id="40" name="Text 38"/>
          <p:cNvSpPr/>
          <p:nvPr/>
        </p:nvSpPr>
        <p:spPr>
          <a:xfrm>
            <a:off x="1005840" y="53766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stack: Python 3.11+ • Streamlit • DuckDB • Pydantic • Pandas/Polars • GeoPandas/Shapely • YAML • pytest</a:t>
            </a:r>
            <a:endParaRPr lang="en-US" sz="102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11</a:t>
            </a:r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3090672" y="2862072"/>
            <a:ext cx="6053328" cy="502920"/>
          </a:xfrm>
          <a:prstGeom prst="roundRect">
            <a:avLst/>
          </a:prstGeom>
          <a:solidFill>
            <a:srgbClr val="FFF4DC"/>
          </a:solidFill>
          <a:ln>
            <a:solidFill>
              <a:srgbClr val="EDD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40" y="2971800"/>
            <a:ext cx="5623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3232F"/>
                </a:solidFill>
                <a:latin typeface="Aptos"/>
              </a:rPr>
              <a:t>Capability Extension Agent (developer mode)  •  gap spec → draft operator + tests → developer approval → registry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sequence with Claude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50" b="0">
                <a:solidFill>
                  <a:srgbClr val="677B73"/>
                </a:solidFill>
                <a:latin typeface="Aptos"/>
              </a:rPr>
              <a:t>Build the deterministic core first. Add the Rule Authoring Agent, then the developer-gated Capability Extension Agent.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32588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data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lot/field + season entities and CSV adapters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777240" y="2295144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25880" y="2203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framework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5054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Registry, types, execution contract, logical composition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777240" y="3172968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25880" y="3081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C1–C11 rules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3383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and test initial rule pack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77240" y="4050792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25880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42611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known failures and expected findings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4928616"/>
            <a:ext cx="384048" cy="384048"/>
          </a:xfrm>
          <a:prstGeom prst="ellipse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25880" y="4837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5138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execution + PASS/FAIL/REVIEW results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263640" y="1417320"/>
            <a:ext cx="384048" cy="38404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263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1228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UI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16276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Data, Rules, Field Review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263640" y="2295144"/>
            <a:ext cx="384048" cy="38404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6364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12280" y="22037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Agent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25054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language → operator plan → validated DSL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6263640" y="3172968"/>
            <a:ext cx="384048" cy="38404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12280" y="3081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lifecycle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338328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→ Test → Approve → Activate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263640" y="4050792"/>
            <a:ext cx="384048" cy="38404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26364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12280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13232F"/>
                </a:solidFill>
                <a:latin typeface="Aptos"/>
              </a:rPr>
              <a:t>Capability Extension Agent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42611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050" b="0">
                <a:solidFill>
                  <a:srgbClr val="677B73"/>
                </a:solidFill>
                <a:latin typeface="Aptos"/>
              </a:rPr>
              <a:t>Gap spec → code/test draft → developer review → register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6263640" y="4928616"/>
            <a:ext cx="384048" cy="384048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26364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12280" y="4837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CSV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12280" y="5138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filtered export into canonical model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2880360" y="5715000"/>
            <a:ext cx="6446520" cy="438912"/>
          </a:xfrm>
          <a:prstGeom prst="roundRect">
            <a:avLst/>
          </a:prstGeom>
          <a:solidFill>
            <a:srgbClr val="E8F5EF"/>
          </a:solidFill>
          <a:ln w="12700">
            <a:solidFill>
              <a:srgbClr val="C6E8D8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2880360" y="5715000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demonstrable by Day 3 • strong internal PoC in ~5–10 working days</a:t>
            </a:r>
            <a:endParaRPr lang="en-US" sz="10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success looks like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59536"/>
            <a:ext cx="10835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PoC should prove the business value first — not the sophistication of the AI stack.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1490472"/>
            <a:ext cx="3246120" cy="3090672"/>
          </a:xfrm>
          <a:prstGeom prst="roundRect">
            <a:avLst>
              <a:gd name="adj" fmla="val 2367"/>
            </a:avLst>
          </a:prstGeom>
          <a:solidFill>
            <a:srgbClr val="E8F5E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490472"/>
            <a:ext cx="64008" cy="309067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50976" y="165506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Verification readiness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2057400"/>
            <a:ext cx="2843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all active checks across the filtered validation dataset and clearly identify which field-seasons are ready, failed, or need review.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success metric: fewer unresolved data-quality issues before VVB submission.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71416" y="1490472"/>
            <a:ext cx="3246120" cy="3090672"/>
          </a:xfrm>
          <a:prstGeom prst="roundRect">
            <a:avLst>
              <a:gd name="adj" fmla="val 2367"/>
            </a:avLst>
          </a:prstGeom>
          <a:solidFill>
            <a:srgbClr val="EAF0FF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71416" y="1490472"/>
            <a:ext cx="64008" cy="3090672"/>
          </a:xfrm>
          <a:prstGeom prst="rect">
            <a:avLst/>
          </a:prstGeom>
          <a:solidFill>
            <a:srgbClr val="4D7CFE"/>
          </a:solidFill>
          <a:ln w="12700">
            <a:solidFill>
              <a:srgbClr val="4D7CFE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72584" y="165506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32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Agentic rule flexibility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72584" y="2057400"/>
            <a:ext cx="2843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unseen business rules in natural language and compile most of them using approved operators without changing application code.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2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Measure: percentage of unseen rules compiled successfully.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93024" y="1490472"/>
            <a:ext cx="3246120" cy="3090672"/>
          </a:xfrm>
          <a:prstGeom prst="roundRect">
            <a:avLst>
              <a:gd name="adj" fmla="val 2367"/>
            </a:avLst>
          </a:prstGeom>
          <a:solidFill>
            <a:srgbClr val="FFF4DC"/>
          </a:solidFill>
          <a:ln w="12700">
            <a:solidFill>
              <a:srgbClr val="DCE5E0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193024" y="1490472"/>
            <a:ext cx="64008" cy="309067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94192" y="165506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700" b="1">
                <a:solidFill>
                  <a:srgbClr val="13232F"/>
                </a:solidFill>
                <a:latin typeface="Aptos"/>
              </a:rPr>
              <a:t>3  Two bounded agentic roles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4192" y="2057400"/>
            <a:ext cx="2843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sz="1250" b="0">
                <a:solidFill>
                  <a:srgbClr val="677B73"/>
                </a:solidFill>
                <a:latin typeface="Aptos"/>
              </a:rPr>
              <a:t>Show that the Rule Authoring Agent composes executable rules and the Capability Extension Agent closes unsupported gaps through developer-reviewed code generation.
No record-by-record agent validation is required.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5212080"/>
            <a:ext cx="9372600" cy="658368"/>
          </a:xfrm>
          <a:prstGeom prst="roundRect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  <p:txBody>
          <a:bodyPr wrap="square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645920" y="5212080"/>
            <a:ext cx="8915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300" b="1" dirty="0">
                <a:solidFill>
                  <a:srgbClr val="116B49"/>
                </a:solidFill>
                <a:latin typeface="Aptos"/>
              </a:rPr>
              <a:t>PoC success test: C1–C11 work deterministically, unseen rules compile from existing operators, and the 3 challenge rules correctly trigger then close capability gaps.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/>
          <a:lstStyle>
            <a:lvl1pPr>
              <a:defRPr sz="650">
                <a:solidFill>
                  <a:srgbClr val="A7B2A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r>
              <a:rPr sz="800" b="0">
                <a:solidFill>
                  <a:srgbClr val="9AAAA3"/>
                </a:solidFill>
                <a:latin typeface="Aptos"/>
              </a:rPr>
              <a:t>13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1728</Words>
  <Application>Microsoft Macintosh PowerPoint</Application>
  <PresentationFormat>Widescreen</PresentationFormat>
  <Paragraphs>270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Creattura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dMRV Data Validation PoC</dc:title>
  <dc:subject>AI-Assisted dMRV Data Validation PoC</dc:subject>
  <dc:creator>OpenAI</dc:creator>
  <cp:lastModifiedBy>Alexis Declaro</cp:lastModifiedBy>
  <cp:revision>1</cp:revision>
  <dcterms:created xsi:type="dcterms:W3CDTF">2026-08-24T08:12:38Z</dcterms:created>
  <dcterms:modified xsi:type="dcterms:W3CDTF">2026-08-24T09:11:13Z</dcterms:modified>
</cp:coreProperties>
</file>